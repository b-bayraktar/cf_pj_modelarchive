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61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879" autoAdjust="0"/>
  </p:normalViewPr>
  <p:slideViewPr>
    <p:cSldViewPr snapToGrid="0">
      <p:cViewPr varScale="1">
        <p:scale>
          <a:sx n="101" d="100"/>
          <a:sy n="101" d="100"/>
        </p:scale>
        <p:origin x="95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53B02-D4B6-70C2-7C4B-F05C7DB9A6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AA495-995B-2805-ABFE-FF07883109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0425B4-1797-8734-713C-89BDCE77F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4D0A-16E6-4E65-92DC-9C23A5755BF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FBA207-6DC3-FC42-C074-6A130B374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7A104-2AC0-0C4A-7ACA-246F27965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4B52DF-2C2E-4286-AA2E-A5F173A44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77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900AC-43E4-D736-5333-DE490DA32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4A61F-A1D1-976B-6815-AE5E06A77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F45EF-F3D8-4AF5-FC8E-C40D7F350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4D0A-16E6-4E65-92DC-9C23A5755BF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6A44C-FB77-1177-B6C5-D1545EE23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E89C2-F9A8-42F2-4752-1939F8E10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4B52DF-2C2E-4286-AA2E-A5F173A44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048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48F2D-C00E-4A30-86FD-21559E96C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D84D16-85FD-296F-7D2D-BD3E8CB15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3948D-5CDE-EDC0-6F06-EE852346B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4D0A-16E6-4E65-92DC-9C23A5755BF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2A44A-2C3A-FD5C-40B1-66EC65772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5D7F46-6642-DD77-3E49-34BB22162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4B52DF-2C2E-4286-AA2E-A5F173A44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36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51696-2B80-BE85-DE35-D163994BB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AB9C3-8CC3-38C0-A89C-98A385F649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FBD86D-CD9F-346A-2DD0-AE3AE74F03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2F0E10-6D56-2524-BDA7-EC674AE88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4D0A-16E6-4E65-92DC-9C23A5755BF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7F9ECA-E2EF-2A57-773C-4A55AA1A3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A45FC3-D874-A282-233C-122094D9D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4B52DF-2C2E-4286-AA2E-A5F173A44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918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17819-FF58-10CC-3744-FE95413BA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56BB33-AA32-783B-A298-4853E7F6D3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9E437D-AB1A-7F54-B869-87362E852C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19F52F-49F6-F9E7-A4C9-1E89452FA2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B27B39-AC9A-BCFC-F4C6-C068242CC2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474FB4-2C5C-6CFC-530D-D0CA31BF7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4D0A-16E6-4E65-92DC-9C23A5755BF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C4AE94-0358-22FA-B8B0-17EAB3AA4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614D32-D569-4C3E-1F0E-3FF4932BD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4B52DF-2C2E-4286-AA2E-A5F173A44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79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51C9F-0F7A-B924-A487-48A954975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83422F-9F46-08BB-C11A-22CC013B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4D0A-16E6-4E65-92DC-9C23A5755BF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38C05A-7BC4-FEB0-8DA7-34B55981C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A02097-F552-CAC3-7CE6-CE18CB6B4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4B52DF-2C2E-4286-AA2E-A5F173A44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474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E08E6C-4099-DBCC-7721-946049E57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4D0A-16E6-4E65-92DC-9C23A5755BF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A22BF8-F02B-E75C-BC84-0DA98D9D4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15CD9-BA22-C8B8-2764-2E0E20504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4B52DF-2C2E-4286-AA2E-A5F173A44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677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B667C-5115-6885-5348-C5743E62E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DCF42-13EA-FD4F-AE18-AB4A22B81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EA6AF3-05E7-D705-3E7A-8628C30703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72F823-F381-8E96-849B-D62E3381B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4D0A-16E6-4E65-92DC-9C23A5755BF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70AF2B-22F8-25FD-B733-9224D7C3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4AFD8-2E1B-23D2-E1D4-EBBAC5E3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4B52DF-2C2E-4286-AA2E-A5F173A44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268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1CF60-B67B-239E-D533-525FB1AAC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5EAAA7-9629-379F-C61E-CB8E0BC8BC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05C8A7-175B-7433-A545-7C88A924FF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56A8D5-60D5-19DF-2752-ECC96ECD4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4D0A-16E6-4E65-92DC-9C23A5755BF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8D4E5-71E0-FA34-CDCD-C888457A1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4A921-76FE-3ED9-D68D-BB9A16627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4B52DF-2C2E-4286-AA2E-A5F173A44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030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F26B-64BC-4F80-A876-1675FF28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24491A-CBE5-F820-55FF-EA90FCF068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4D095C-82D7-3631-C6EE-71092B44E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4D0A-16E6-4E65-92DC-9C23A5755BF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4B9E5-A9A7-019B-DBBD-69D515279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CAC02D-717D-8CB0-3F99-C510DDB2D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4B52DF-2C2E-4286-AA2E-A5F173A44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147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681C72-5AC5-3962-51B6-4B372D1BFB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6A6FAB-A78A-6465-E998-14AB3FA2CB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DD11B-E2F5-52C4-4E79-47B5D5992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4D0A-16E6-4E65-92DC-9C23A5755BF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BB5C5F-5B76-33DE-BF1F-EC1638B4F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496181-64C3-7D94-F041-2E4789A73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4B52DF-2C2E-4286-AA2E-A5F173A44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433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CC0F3D-D6C7-531C-B98F-359E5B736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9A283-4515-106D-C247-6608F92137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2F01B-DD96-9024-199B-C4E5B6EE22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464D0A-16E6-4E65-92DC-9C23A5755BF0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7634A2-9011-AB7D-486A-855174DECF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34F73-6199-3A25-BD69-F8EAC8F5AA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4B52DF-2C2E-4286-AA2E-A5F173A44A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47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lowchart: Decision 8">
            <a:extLst>
              <a:ext uri="{FF2B5EF4-FFF2-40B4-BE49-F238E27FC236}">
                <a16:creationId xmlns:a16="http://schemas.microsoft.com/office/drawing/2014/main" id="{8F253A12-2310-BAF3-C793-1FD5EE1214FE}"/>
              </a:ext>
            </a:extLst>
          </p:cNvPr>
          <p:cNvSpPr/>
          <p:nvPr/>
        </p:nvSpPr>
        <p:spPr>
          <a:xfrm>
            <a:off x="1401934" y="1989146"/>
            <a:ext cx="2207995" cy="1256759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MF &lt; </a:t>
            </a:r>
            <a:r>
              <a:rPr lang="en-US" sz="1400" dirty="0" err="1"/>
              <a:t>Dflow</a:t>
            </a:r>
            <a:r>
              <a:rPr lang="en-US" sz="1400" dirty="0"/>
              <a:t> start date &amp; SWMM start date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6FDC753-B5F8-E8F4-245F-43AA624584AA}"/>
              </a:ext>
            </a:extLst>
          </p:cNvPr>
          <p:cNvCxnSpPr/>
          <p:nvPr/>
        </p:nvCxnSpPr>
        <p:spPr>
          <a:xfrm>
            <a:off x="2476500" y="3245905"/>
            <a:ext cx="0" cy="6096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B20C276C-A751-F685-893B-E0341E6B32F6}"/>
              </a:ext>
            </a:extLst>
          </p:cNvPr>
          <p:cNvSpPr/>
          <p:nvPr/>
        </p:nvSpPr>
        <p:spPr>
          <a:xfrm>
            <a:off x="1924050" y="3871912"/>
            <a:ext cx="1314404" cy="3143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Run MF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8B864C-92E1-E109-3894-66B6B5FF0306}"/>
              </a:ext>
            </a:extLst>
          </p:cNvPr>
          <p:cNvCxnSpPr>
            <a:cxnSpLocks/>
          </p:cNvCxnSpPr>
          <p:nvPr/>
        </p:nvCxnSpPr>
        <p:spPr>
          <a:xfrm>
            <a:off x="3609929" y="2617525"/>
            <a:ext cx="67627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Flowchart: Decision 17">
            <a:extLst>
              <a:ext uri="{FF2B5EF4-FFF2-40B4-BE49-F238E27FC236}">
                <a16:creationId xmlns:a16="http://schemas.microsoft.com/office/drawing/2014/main" id="{FECFC15F-2FCE-F253-4F5E-AB0D101C72C0}"/>
              </a:ext>
            </a:extLst>
          </p:cNvPr>
          <p:cNvSpPr/>
          <p:nvPr/>
        </p:nvSpPr>
        <p:spPr>
          <a:xfrm>
            <a:off x="4286203" y="1989146"/>
            <a:ext cx="2207995" cy="1256759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MF &lt; </a:t>
            </a:r>
            <a:r>
              <a:rPr lang="en-US" sz="1400" dirty="0" err="1"/>
              <a:t>Dflow</a:t>
            </a:r>
            <a:endParaRPr lang="en-US" sz="1400" dirty="0"/>
          </a:p>
          <a:p>
            <a:pPr algn="ctr"/>
            <a:r>
              <a:rPr lang="en-US" sz="1400" dirty="0"/>
              <a:t>&amp;</a:t>
            </a:r>
          </a:p>
          <a:p>
            <a:pPr algn="ctr"/>
            <a:r>
              <a:rPr lang="en-US" sz="1400" dirty="0"/>
              <a:t>MF &gt;= SWMM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C2CAD3-837D-F10E-33C4-8036C1AAA07D}"/>
              </a:ext>
            </a:extLst>
          </p:cNvPr>
          <p:cNvCxnSpPr/>
          <p:nvPr/>
        </p:nvCxnSpPr>
        <p:spPr>
          <a:xfrm>
            <a:off x="5390201" y="3245905"/>
            <a:ext cx="0" cy="6096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A2EAB26D-4087-156B-CF17-6E393C46870C}"/>
              </a:ext>
            </a:extLst>
          </p:cNvPr>
          <p:cNvSpPr/>
          <p:nvPr/>
        </p:nvSpPr>
        <p:spPr>
          <a:xfrm>
            <a:off x="4732998" y="4029074"/>
            <a:ext cx="1686852" cy="3143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Run MF and SWMM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2A2E5E2-ADFD-B7B7-7717-4F10BF045933}"/>
              </a:ext>
            </a:extLst>
          </p:cNvPr>
          <p:cNvCxnSpPr>
            <a:cxnSpLocks/>
          </p:cNvCxnSpPr>
          <p:nvPr/>
        </p:nvCxnSpPr>
        <p:spPr>
          <a:xfrm>
            <a:off x="6494198" y="2617525"/>
            <a:ext cx="67627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4" name="Flowchart: Decision 23">
            <a:extLst>
              <a:ext uri="{FF2B5EF4-FFF2-40B4-BE49-F238E27FC236}">
                <a16:creationId xmlns:a16="http://schemas.microsoft.com/office/drawing/2014/main" id="{375A7664-F64C-53FC-4339-4731F4FEE9DA}"/>
              </a:ext>
            </a:extLst>
          </p:cNvPr>
          <p:cNvSpPr/>
          <p:nvPr/>
        </p:nvSpPr>
        <p:spPr>
          <a:xfrm>
            <a:off x="7199904" y="1989145"/>
            <a:ext cx="2207995" cy="1256759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MF &gt;= </a:t>
            </a:r>
            <a:r>
              <a:rPr lang="en-US" sz="1400" dirty="0" err="1"/>
              <a:t>Dflow</a:t>
            </a:r>
            <a:endParaRPr lang="en-US" sz="1400" dirty="0"/>
          </a:p>
          <a:p>
            <a:pPr algn="ctr"/>
            <a:r>
              <a:rPr lang="en-US" sz="1400" dirty="0"/>
              <a:t>&amp;</a:t>
            </a:r>
          </a:p>
          <a:p>
            <a:pPr algn="ctr"/>
            <a:r>
              <a:rPr lang="en-US" sz="1400" dirty="0"/>
              <a:t>MF &gt;= SWMM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C0C8D0-C7DE-1728-5EB0-791AD1A81221}"/>
              </a:ext>
            </a:extLst>
          </p:cNvPr>
          <p:cNvSpPr/>
          <p:nvPr/>
        </p:nvSpPr>
        <p:spPr>
          <a:xfrm>
            <a:off x="7460474" y="4005260"/>
            <a:ext cx="2807476" cy="3143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Couple MF + </a:t>
            </a:r>
            <a:r>
              <a:rPr lang="en-US" sz="1400"/>
              <a:t>SWMM + </a:t>
            </a:r>
            <a:r>
              <a:rPr lang="en-US" sz="1400" dirty="0"/>
              <a:t>DFLOW</a:t>
            </a:r>
          </a:p>
        </p:txBody>
      </p:sp>
    </p:spTree>
    <p:extLst>
      <p:ext uri="{BB962C8B-B14F-4D97-AF65-F5344CB8AC3E}">
        <p14:creationId xmlns:p14="http://schemas.microsoft.com/office/powerpoint/2010/main" val="17107750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773D0-442D-CEDB-F66E-D1B2BDFA9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81300" cy="1325563"/>
          </a:xfrm>
        </p:spPr>
        <p:txBody>
          <a:bodyPr/>
          <a:lstStyle/>
          <a:p>
            <a:r>
              <a:rPr lang="en-US" dirty="0"/>
              <a:t>MF + </a:t>
            </a:r>
            <a:r>
              <a:rPr lang="en-US" dirty="0" err="1"/>
              <a:t>Dflow</a:t>
            </a:r>
            <a:r>
              <a:rPr lang="en-US" dirty="0"/>
              <a:t>     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E311B-AB94-F6EA-EDE8-1934381D4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trike="sngStrike" dirty="0"/>
              <a:t>Head time series at locations with </a:t>
            </a:r>
            <a:r>
              <a:rPr lang="en-US" strike="sngStrike" dirty="0" err="1"/>
              <a:t>swmm</a:t>
            </a:r>
            <a:r>
              <a:rPr lang="en-US" strike="sngStrike" dirty="0"/>
              <a:t> nodes.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56744F6-8480-2FF3-8CD8-E4F0DBE0D545}"/>
              </a:ext>
            </a:extLst>
          </p:cNvPr>
          <p:cNvSpPr txBox="1">
            <a:spLocks/>
          </p:cNvSpPr>
          <p:nvPr/>
        </p:nvSpPr>
        <p:spPr>
          <a:xfrm>
            <a:off x="6867525" y="365124"/>
            <a:ext cx="49720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MF + </a:t>
            </a:r>
            <a:r>
              <a:rPr lang="en-US" dirty="0" err="1"/>
              <a:t>Dflow</a:t>
            </a:r>
            <a:r>
              <a:rPr lang="en-US" dirty="0"/>
              <a:t>+ SWMM      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B65CCB-DEDA-9136-8EC9-3A690889DD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3787" y="1557970"/>
            <a:ext cx="7252232" cy="4351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7565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007AA-546B-95E0-67C0-03F97BFD6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1200"/>
          </a:xfrm>
        </p:spPr>
        <p:txBody>
          <a:bodyPr>
            <a:normAutofit fontScale="90000"/>
          </a:bodyPr>
          <a:lstStyle/>
          <a:p>
            <a:r>
              <a:rPr lang="en-US" dirty="0"/>
              <a:t>MF + </a:t>
            </a:r>
            <a:r>
              <a:rPr lang="en-US" dirty="0" err="1"/>
              <a:t>Dflow</a:t>
            </a:r>
            <a:r>
              <a:rPr lang="en-US" dirty="0"/>
              <a:t>+ SWMM</a:t>
            </a:r>
            <a:br>
              <a:rPr lang="en-US" dirty="0"/>
            </a:br>
            <a:r>
              <a:rPr lang="en-US" dirty="0" err="1"/>
              <a:t>SWMM</a:t>
            </a:r>
            <a:r>
              <a:rPr lang="en-US" dirty="0"/>
              <a:t> Well Flux        </a:t>
            </a:r>
            <a:br>
              <a:rPr lang="en-US" dirty="0"/>
            </a:b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9096C2-7EF7-316B-7543-DAC693830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201" y="1118753"/>
            <a:ext cx="8675077" cy="52050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84A3D4-EDC1-0311-2024-FC77CDA7961C}"/>
              </a:ext>
            </a:extLst>
          </p:cNvPr>
          <p:cNvSpPr txBox="1"/>
          <p:nvPr/>
        </p:nvSpPr>
        <p:spPr>
          <a:xfrm>
            <a:off x="427054" y="2758272"/>
            <a:ext cx="16931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SWMM is adding the most water to MF “upstream”</a:t>
            </a:r>
          </a:p>
        </p:txBody>
      </p:sp>
    </p:spTree>
    <p:extLst>
      <p:ext uri="{BB962C8B-B14F-4D97-AF65-F5344CB8AC3E}">
        <p14:creationId xmlns:p14="http://schemas.microsoft.com/office/powerpoint/2010/main" val="3618426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3991A1B-965D-A360-E53E-5E997D108CC7}"/>
              </a:ext>
            </a:extLst>
          </p:cNvPr>
          <p:cNvSpPr txBox="1"/>
          <p:nvPr/>
        </p:nvSpPr>
        <p:spPr>
          <a:xfrm>
            <a:off x="8626796" y="2679499"/>
            <a:ext cx="343151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Have </a:t>
            </a:r>
            <a:r>
              <a:rPr lang="en-US" dirty="0" err="1"/>
              <a:t>dflow</a:t>
            </a:r>
            <a:r>
              <a:rPr lang="en-US" dirty="0"/>
              <a:t> water levels been spot checked against NOAA? (Liv)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Should Mill creek be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* clarify time in subplot titles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represented as drains? C</a:t>
            </a:r>
            <a:endParaRPr lang="en-US" dirty="0">
              <a:highlight>
                <a:srgbClr val="FFFF00"/>
              </a:highligh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ighlight>
                  <a:srgbClr val="FFFF00"/>
                </a:highlight>
              </a:rPr>
              <a:t>Check discharge values in the drains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highlight>
                  <a:srgbClr val="FFFF00"/>
                </a:highlight>
              </a:rPr>
              <a:t>Mill creek in SWMM is an open channel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highlight>
                  <a:srgbClr val="FFFF00"/>
                </a:highlight>
              </a:rPr>
              <a:t>Send </a:t>
            </a:r>
            <a:r>
              <a:rPr lang="en-US" dirty="0" err="1">
                <a:highlight>
                  <a:srgbClr val="FFFF00"/>
                </a:highlight>
              </a:rPr>
              <a:t>vp</a:t>
            </a:r>
            <a:r>
              <a:rPr lang="en-US" dirty="0">
                <a:highlight>
                  <a:srgbClr val="FFFF00"/>
                </a:highlight>
              </a:rPr>
              <a:t> location of mill creek gage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C76BC4-486F-9432-50C6-8F8F3D15A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92" y="255143"/>
            <a:ext cx="9992302" cy="5333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139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7A8EE-164B-141B-6792-7AA780FE3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 Mill Creek drain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D9C54-3B8A-1B17-3A53-A4178131F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Cells are large</a:t>
            </a:r>
          </a:p>
          <a:p>
            <a:r>
              <a:rPr lang="en-US" dirty="0"/>
              <a:t>Heads are wacky</a:t>
            </a:r>
          </a:p>
          <a:p>
            <a:r>
              <a:rPr lang="en-US" dirty="0"/>
              <a:t>Does it need to be represented in MF?</a:t>
            </a:r>
          </a:p>
        </p:txBody>
      </p:sp>
    </p:spTree>
    <p:extLst>
      <p:ext uri="{BB962C8B-B14F-4D97-AF65-F5344CB8AC3E}">
        <p14:creationId xmlns:p14="http://schemas.microsoft.com/office/powerpoint/2010/main" val="4118319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1806</TotalTime>
  <Words>143</Words>
  <Application>Microsoft Office PowerPoint</Application>
  <PresentationFormat>Widescreen</PresentationFormat>
  <Paragraphs>26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MF + Dflow        </vt:lpstr>
      <vt:lpstr>MF + Dflow+ SWMM SWMM Well Flux         </vt:lpstr>
      <vt:lpstr>PowerPoint Presentation</vt:lpstr>
      <vt:lpstr>Discuss Mill Creek drain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Bayraktar, Banu N</dc:creator>
  <cp:lastModifiedBy>Bayraktar, Banu N</cp:lastModifiedBy>
  <cp:revision>5</cp:revision>
  <dcterms:created xsi:type="dcterms:W3CDTF">2025-09-15T19:30:14Z</dcterms:created>
  <dcterms:modified xsi:type="dcterms:W3CDTF">2025-09-26T19:13:18Z</dcterms:modified>
</cp:coreProperties>
</file>